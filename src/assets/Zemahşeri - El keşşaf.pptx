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1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810A-898B-A63A-C6A6-9E626D91B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69C37-A537-4163-EFC1-BBDFB28BB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125BF-0E84-12C6-A0E9-4685B4B7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B8F6D-1E14-E9C4-BB77-D3881C2FB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1ECA5-0C14-5CCB-40BF-96269089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85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0C58-7A70-355C-DD1E-ED58BAE9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4756-C15C-1E7F-B5A4-91FE0CFFF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B4F6-968C-4FDD-86E3-CA3316AC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1B95C-2C86-AA70-CE29-38B4BE50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85A52-85B2-ED2A-2DF0-6E16AD89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9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7F50-9E6E-4BFF-971D-B3E4F4129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CB522-3D7B-3606-08DC-124A8940C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C9C9C-49B7-1054-33A6-DF1F8AD1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A1113-C774-54AB-183B-5A797239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D2E5-A7C6-8153-3071-AD8F8243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23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152A-AE7A-C6EB-47EF-8225627C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0B547-A47A-43F4-E56D-9CAD338C7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9780A-8DE9-CFB5-EAD7-0D444BBC3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81F12-0B73-C8EC-7F13-3E88A8A84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FA0F0-BD94-AFDA-1488-041490F7F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41703-B385-CC00-C796-2C307F03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1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034C1-0E30-2B7E-227A-9F3305CF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03D2A-9DE2-84E7-3728-B5941F429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C04DF-640B-FE59-9FE7-97350DF37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9DAA1-8BA0-BDB4-FA87-EBAC9F7AD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2645B3-53C2-94E6-6B2F-B6B428655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BEE18-D197-E60B-1EDC-5C9B3700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96F512-A03D-0887-2C6D-C4563D1A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1E5E3-D7E8-8805-FCBB-905BAAD1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8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1A64-8F57-F232-5FB7-F068FFAE3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E530D-E1F3-255F-C7E0-966533F2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9867D-10E1-8D0F-ADCB-F6B6F3D4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C5115-7E64-00F6-C5A6-DC5DBC44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27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EDE91-6B8D-0BC4-AD94-341F430D5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623B04-E078-AA98-1C06-63D501B2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BC5C4-AE4C-50C1-2839-046FD79E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0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89FB-6A39-2798-D661-F3E6EA38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9075F-94B3-BCDF-82AD-642333F53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7596E-2D5A-9158-0618-B007F4712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4C0DB-C5EF-2EF6-D5E7-03D9F39A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86716-D0B1-73CE-804C-9D15062A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50413-451F-7775-576A-CAA3CBE8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97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A746-38C8-4F82-8C6E-CEA5BA01D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C245DB-B121-C218-387C-AA4F45575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E4BC3-19CE-6029-7496-4532F7946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3FFCE-03CC-F432-D357-33C5EB08C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D6A39-8D2A-416B-5960-2C00D515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6DE65-428D-32F5-0EF6-DAECA2E6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7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90C0-89B3-6725-A5F1-C3403151E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FA08E-042B-491F-3706-A2AB9131F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56CCD-BEFD-C141-0623-56231D4A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7C15C-15DA-EE0D-91AA-A81E593E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1A164-295B-537A-4676-B99F2885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893274-E4D7-7869-F32A-778422413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BA2D0-9726-F0FC-2B81-776B8306C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FE720-5AD8-DDA4-895D-0BD00AA1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88D58-557D-7CD3-33D3-D77E60CE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CDFDE-758E-4993-B6BD-C6336B6E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5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88E909-B5D3-0FAF-132A-4A944778B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57FD0-F1EB-DA4C-64AE-0B3744F6C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1C551-5B78-2586-5368-0D11D5EA6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E66E6-8B65-420C-91DA-7DA55B96B1B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5B7E7-7CE8-3806-9664-AD20116D3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66AEF-9660-B313-651C-9DA17513B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7F38B-C8AB-4A08-845B-9EF580E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0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61610-7849-638A-BE8B-F00F2ACB19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Zemahşeri – El Keşşaf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D1E3A-CBBA-4F86-6576-94E34D5C6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6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10214-75A0-4830-1A07-194E4764F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FFFFFF"/>
                </a:solidFill>
              </a:rPr>
              <a:t>TİN SURESİ 4. AYET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18A93-E168-D740-547C-CB34AF863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607" y="1119031"/>
            <a:ext cx="6041943" cy="5592665"/>
          </a:xfrm>
        </p:spPr>
        <p:txBody>
          <a:bodyPr>
            <a:normAutofit/>
          </a:bodyPr>
          <a:lstStyle/>
          <a:p>
            <a:r>
              <a:rPr lang="pl-PL" sz="3200" dirty="0"/>
              <a:t>4. Biz; </a:t>
            </a:r>
            <a:r>
              <a:rPr lang="pl-PL" sz="3200" dirty="0" err="1"/>
              <a:t>insanı</a:t>
            </a:r>
            <a:r>
              <a:rPr lang="pl-PL" sz="3200" dirty="0"/>
              <a:t> </a:t>
            </a:r>
            <a:r>
              <a:rPr lang="pl-PL" sz="3200" dirty="0" err="1"/>
              <a:t>gerçekten</a:t>
            </a:r>
            <a:r>
              <a:rPr lang="pl-PL" sz="3200" dirty="0"/>
              <a:t> en </a:t>
            </a:r>
            <a:r>
              <a:rPr lang="pl-PL" sz="3200" dirty="0" err="1"/>
              <a:t>güzel</a:t>
            </a:r>
            <a:r>
              <a:rPr lang="pl-PL" sz="3200" dirty="0"/>
              <a:t> </a:t>
            </a:r>
            <a:r>
              <a:rPr lang="pl-PL" sz="3200" dirty="0" err="1"/>
              <a:t>biçimde</a:t>
            </a:r>
            <a:r>
              <a:rPr lang="pl-PL" sz="3200" dirty="0"/>
              <a:t> </a:t>
            </a:r>
            <a:r>
              <a:rPr lang="pl-PL" sz="3200" dirty="0" err="1"/>
              <a:t>yarattık</a:t>
            </a:r>
            <a:r>
              <a:rPr lang="pl-PL" sz="3200" dirty="0"/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9116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321CE-2878-48C9-B9E0-83485B1F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FFFFFF"/>
                </a:solidFill>
              </a:rPr>
              <a:t>TİN SURESİ 5. AYET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CE0C-5F6B-D324-5B94-C649FC9E1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6829" y="603555"/>
            <a:ext cx="8211312" cy="6315917"/>
          </a:xfrm>
        </p:spPr>
        <p:txBody>
          <a:bodyPr>
            <a:normAutofit/>
          </a:bodyPr>
          <a:lstStyle/>
          <a:p>
            <a:r>
              <a:rPr lang="tr-TR" sz="2000" dirty="0"/>
              <a:t>İnsanı </a:t>
            </a:r>
            <a:r>
              <a:rPr lang="pl-PL" sz="2000" dirty="0" err="1"/>
              <a:t>şu</a:t>
            </a:r>
            <a:r>
              <a:rPr lang="pl-PL" sz="2000" dirty="0"/>
              <a:t> </a:t>
            </a:r>
            <a:r>
              <a:rPr lang="pl-PL" sz="2000" dirty="0" err="1"/>
              <a:t>güzel</a:t>
            </a:r>
            <a:r>
              <a:rPr lang="pl-PL" sz="2000" dirty="0"/>
              <a:t>, </a:t>
            </a:r>
            <a:r>
              <a:rPr lang="pl-PL" sz="2000" dirty="0" err="1"/>
              <a:t>kıvamlı</a:t>
            </a:r>
            <a:r>
              <a:rPr lang="pl-PL" sz="2000" dirty="0"/>
              <a:t> </a:t>
            </a:r>
            <a:r>
              <a:rPr lang="pl-PL" sz="2000" dirty="0" err="1"/>
              <a:t>ve</a:t>
            </a:r>
            <a:r>
              <a:rPr lang="pl-PL" sz="2000" dirty="0"/>
              <a:t> </a:t>
            </a:r>
            <a:r>
              <a:rPr lang="pl-PL" sz="2000" dirty="0" err="1"/>
              <a:t>düzgün</a:t>
            </a:r>
            <a:r>
              <a:rPr lang="pl-PL" sz="2000" dirty="0"/>
              <a:t> </a:t>
            </a:r>
            <a:r>
              <a:rPr lang="pl-PL" sz="2000" dirty="0" err="1"/>
              <a:t>hilkat</a:t>
            </a:r>
            <a:r>
              <a:rPr lang="pl-PL" sz="2000" dirty="0"/>
              <a:t> </a:t>
            </a:r>
            <a:r>
              <a:rPr lang="pl-PL" sz="2000" dirty="0" err="1"/>
              <a:t>nimetine</a:t>
            </a:r>
            <a:r>
              <a:rPr lang="pl-PL" sz="2000" dirty="0"/>
              <a:t> </a:t>
            </a:r>
            <a:r>
              <a:rPr lang="pl-PL" sz="2000" dirty="0" err="1"/>
              <a:t>şükretmediğinde</a:t>
            </a:r>
            <a:r>
              <a:rPr lang="pl-PL" sz="2000" dirty="0"/>
              <a:t> </a:t>
            </a:r>
            <a:r>
              <a:rPr lang="pl-PL" sz="2000" dirty="0" err="1"/>
              <a:t>akıbeti</a:t>
            </a:r>
            <a:r>
              <a:rPr lang="pl-PL" sz="2000" dirty="0"/>
              <a:t>; </a:t>
            </a:r>
            <a:r>
              <a:rPr lang="pl-PL" sz="2000" dirty="0" err="1"/>
              <a:t>kendisini</a:t>
            </a:r>
            <a:r>
              <a:rPr lang="pl-PL" sz="2000" dirty="0"/>
              <a:t>, </a:t>
            </a:r>
            <a:r>
              <a:rPr lang="pl-PL" sz="2000" dirty="0" err="1"/>
              <a:t>yaratılış</a:t>
            </a:r>
            <a:r>
              <a:rPr lang="pl-PL" sz="2000" dirty="0"/>
              <a:t> </a:t>
            </a:r>
            <a:r>
              <a:rPr lang="pl-PL" sz="2000" dirty="0" err="1"/>
              <a:t>ve</a:t>
            </a:r>
            <a:r>
              <a:rPr lang="pl-PL" sz="2000" dirty="0"/>
              <a:t> </a:t>
            </a:r>
            <a:r>
              <a:rPr lang="pl-PL" sz="2000" dirty="0" err="1"/>
              <a:t>terkip</a:t>
            </a:r>
            <a:r>
              <a:rPr lang="pl-PL" sz="2000" dirty="0"/>
              <a:t> </a:t>
            </a:r>
            <a:r>
              <a:rPr lang="pl-PL" sz="2000" dirty="0" err="1"/>
              <a:t>itibariyle</a:t>
            </a:r>
            <a:r>
              <a:rPr lang="pl-PL" sz="2000" dirty="0"/>
              <a:t> </a:t>
            </a:r>
            <a:r>
              <a:rPr lang="pl-PL" sz="2000" dirty="0" err="1"/>
              <a:t>düşük</a:t>
            </a:r>
            <a:r>
              <a:rPr lang="pl-PL" sz="2000" dirty="0"/>
              <a:t> </a:t>
            </a:r>
            <a:r>
              <a:rPr lang="pl-PL" sz="2000" dirty="0" err="1"/>
              <a:t>düzeyde</a:t>
            </a:r>
            <a:r>
              <a:rPr lang="pl-PL" sz="2000" dirty="0"/>
              <a:t> </a:t>
            </a:r>
            <a:r>
              <a:rPr lang="pl-PL" sz="2000" dirty="0" err="1"/>
              <a:t>kalan</a:t>
            </a:r>
            <a:r>
              <a:rPr lang="pl-PL" sz="2000" dirty="0"/>
              <a:t> </a:t>
            </a:r>
            <a:r>
              <a:rPr lang="pl-PL" sz="2000" dirty="0" err="1"/>
              <a:t>kimseden</a:t>
            </a:r>
            <a:r>
              <a:rPr lang="pl-PL" sz="2000" dirty="0"/>
              <a:t> </a:t>
            </a:r>
            <a:r>
              <a:rPr lang="pl-PL" sz="2000" dirty="0" err="1"/>
              <a:t>daha</a:t>
            </a:r>
            <a:r>
              <a:rPr lang="pl-PL" sz="2000" dirty="0"/>
              <a:t> da </a:t>
            </a:r>
            <a:r>
              <a:rPr lang="pl-PL" sz="2000" dirty="0" err="1"/>
              <a:t>düşük</a:t>
            </a:r>
            <a:r>
              <a:rPr lang="pl-PL" sz="2000" dirty="0"/>
              <a:t> </a:t>
            </a:r>
            <a:r>
              <a:rPr lang="pl-PL" sz="2000" dirty="0" err="1"/>
              <a:t>bir</a:t>
            </a:r>
            <a:r>
              <a:rPr lang="pl-PL" sz="2000" dirty="0"/>
              <a:t> </a:t>
            </a:r>
            <a:r>
              <a:rPr lang="pl-PL" sz="2000" dirty="0" err="1"/>
              <a:t>düzeye</a:t>
            </a:r>
            <a:r>
              <a:rPr lang="pl-PL" sz="2000" dirty="0"/>
              <a:t>; </a:t>
            </a:r>
            <a:r>
              <a:rPr lang="pl-PL" sz="2000" dirty="0" err="1"/>
              <a:t>yani</a:t>
            </a:r>
            <a:r>
              <a:rPr lang="pl-PL" sz="2000" dirty="0"/>
              <a:t> </a:t>
            </a:r>
            <a:r>
              <a:rPr lang="pl-PL" sz="2000" dirty="0" err="1"/>
              <a:t>suret</a:t>
            </a:r>
            <a:r>
              <a:rPr lang="pl-PL" sz="2000" dirty="0"/>
              <a:t> </a:t>
            </a:r>
            <a:r>
              <a:rPr lang="pl-PL" sz="2000" dirty="0" err="1"/>
              <a:t>itiba</a:t>
            </a:r>
            <a:r>
              <a:rPr lang="pl-PL" sz="2000" dirty="0"/>
              <a:t> </a:t>
            </a:r>
            <a:r>
              <a:rPr lang="pl-PL" sz="2000" dirty="0" err="1"/>
              <a:t>riyle</a:t>
            </a:r>
            <a:r>
              <a:rPr lang="pl-PL" sz="2000" dirty="0"/>
              <a:t> </a:t>
            </a:r>
            <a:r>
              <a:rPr lang="pl-PL" sz="2000" dirty="0" err="1"/>
              <a:t>çirkinleşenden</a:t>
            </a:r>
            <a:r>
              <a:rPr lang="pl-PL" sz="2000" dirty="0"/>
              <a:t> </a:t>
            </a:r>
            <a:r>
              <a:rPr lang="pl-PL" sz="2000" dirty="0" err="1"/>
              <a:t>daha</a:t>
            </a:r>
            <a:r>
              <a:rPr lang="pl-PL" sz="2000" dirty="0"/>
              <a:t> </a:t>
            </a:r>
            <a:r>
              <a:rPr lang="pl-PL" sz="2000" dirty="0" err="1"/>
              <a:t>çirkin</a:t>
            </a:r>
            <a:r>
              <a:rPr lang="pl-PL" sz="2000" dirty="0"/>
              <a:t> </a:t>
            </a:r>
            <a:r>
              <a:rPr lang="pl-PL" sz="2000" dirty="0" err="1"/>
              <a:t>ve</a:t>
            </a:r>
            <a:r>
              <a:rPr lang="pl-PL" sz="2000" dirty="0"/>
              <a:t> </a:t>
            </a:r>
            <a:r>
              <a:rPr lang="pl-PL" sz="2000" dirty="0" err="1"/>
              <a:t>hilkat</a:t>
            </a:r>
            <a:r>
              <a:rPr lang="pl-PL" sz="2000" dirty="0"/>
              <a:t> </a:t>
            </a:r>
            <a:r>
              <a:rPr lang="pl-PL" sz="2000" dirty="0" err="1"/>
              <a:t>itibariyle</a:t>
            </a:r>
            <a:r>
              <a:rPr lang="pl-PL" sz="2000" dirty="0"/>
              <a:t> </a:t>
            </a:r>
            <a:r>
              <a:rPr lang="pl-PL" sz="2000" dirty="0" err="1"/>
              <a:t>ondan</a:t>
            </a:r>
            <a:r>
              <a:rPr lang="pl-PL" sz="2000" dirty="0"/>
              <a:t> </a:t>
            </a:r>
            <a:r>
              <a:rPr lang="pl-PL" sz="2000" dirty="0" err="1"/>
              <a:t>daha</a:t>
            </a:r>
            <a:r>
              <a:rPr lang="pl-PL" sz="2000" dirty="0"/>
              <a:t> </a:t>
            </a:r>
            <a:r>
              <a:rPr lang="pl-PL" sz="2000" dirty="0" err="1"/>
              <a:t>sırıtkan</a:t>
            </a:r>
            <a:r>
              <a:rPr lang="pl-PL" sz="2000" dirty="0"/>
              <a:t> </a:t>
            </a:r>
            <a:r>
              <a:rPr lang="pl-PL" sz="2000" dirty="0" err="1"/>
              <a:t>bir</a:t>
            </a:r>
            <a:r>
              <a:rPr lang="pl-PL" sz="2000" dirty="0"/>
              <a:t> </a:t>
            </a:r>
            <a:r>
              <a:rPr lang="pl-PL" sz="2000" dirty="0" err="1"/>
              <a:t>hâle</a:t>
            </a:r>
            <a:r>
              <a:rPr lang="pl-PL" sz="2000" dirty="0"/>
              <a:t> -</a:t>
            </a:r>
            <a:r>
              <a:rPr lang="pl-PL" sz="2000" dirty="0" err="1"/>
              <a:t>yani</a:t>
            </a:r>
            <a:r>
              <a:rPr lang="pl-PL" sz="2000" dirty="0"/>
              <a:t> </a:t>
            </a:r>
            <a:r>
              <a:rPr lang="pl-PL" sz="2000" dirty="0" err="1"/>
              <a:t>cehennemliklere</a:t>
            </a:r>
            <a:r>
              <a:rPr lang="pl-PL" sz="2000" dirty="0"/>
              <a:t>- </a:t>
            </a:r>
            <a:r>
              <a:rPr lang="pl-PL" sz="2000" dirty="0" err="1"/>
              <a:t>döndürmemizden</a:t>
            </a:r>
            <a:r>
              <a:rPr lang="pl-PL" sz="2000" dirty="0"/>
              <a:t> </a:t>
            </a:r>
            <a:r>
              <a:rPr lang="pl-PL" sz="2000" dirty="0" err="1"/>
              <a:t>ibaret</a:t>
            </a:r>
            <a:r>
              <a:rPr lang="pl-PL" sz="2000" dirty="0"/>
              <a:t> </a:t>
            </a:r>
            <a:r>
              <a:rPr lang="pl-PL" sz="2000" dirty="0" err="1"/>
              <a:t>oldu</a:t>
            </a:r>
            <a:endParaRPr lang="tr-TR" sz="2000" dirty="0"/>
          </a:p>
          <a:p>
            <a:endParaRPr lang="tr-TR" sz="2000" dirty="0"/>
          </a:p>
          <a:p>
            <a:endParaRPr lang="tr-TR" sz="2000" dirty="0"/>
          </a:p>
          <a:p>
            <a:r>
              <a:rPr lang="tr-TR" sz="2000" dirty="0"/>
              <a:t>Ö</a:t>
            </a:r>
            <a:r>
              <a:rPr lang="pl-PL" sz="2000" dirty="0" err="1"/>
              <a:t>yle</a:t>
            </a:r>
            <a:r>
              <a:rPr lang="pl-PL" sz="2000" dirty="0"/>
              <a:t> ki </a:t>
            </a:r>
            <a:r>
              <a:rPr lang="pl-PL" sz="2000" dirty="0" err="1"/>
              <a:t>artık</a:t>
            </a:r>
            <a:r>
              <a:rPr lang="pl-PL" sz="2000" dirty="0"/>
              <a:t> </a:t>
            </a:r>
            <a:r>
              <a:rPr lang="pl-PL" sz="2000" dirty="0" err="1"/>
              <a:t>onun</a:t>
            </a:r>
            <a:r>
              <a:rPr lang="pl-PL" sz="2000" dirty="0"/>
              <a:t> </a:t>
            </a:r>
            <a:r>
              <a:rPr lang="pl-PL" sz="2000" dirty="0" err="1"/>
              <a:t>yaratılışını</a:t>
            </a:r>
            <a:r>
              <a:rPr lang="pl-PL" sz="2000" dirty="0"/>
              <a:t> </a:t>
            </a:r>
            <a:r>
              <a:rPr lang="pl-PL" sz="2000" dirty="0" err="1"/>
              <a:t>tersine</a:t>
            </a:r>
            <a:r>
              <a:rPr lang="pl-PL" sz="2000" dirty="0"/>
              <a:t> </a:t>
            </a:r>
            <a:r>
              <a:rPr lang="pl-PL" sz="2000" dirty="0" err="1"/>
              <a:t>çevirmişizdir</a:t>
            </a:r>
            <a:r>
              <a:rPr lang="pl-PL" sz="2000" dirty="0"/>
              <a:t> </a:t>
            </a:r>
            <a:r>
              <a:rPr lang="pl-PL" sz="2000" dirty="0" err="1"/>
              <a:t>ve</a:t>
            </a:r>
            <a:r>
              <a:rPr lang="pl-PL" sz="2000" dirty="0"/>
              <a:t> </a:t>
            </a:r>
            <a:r>
              <a:rPr lang="pl-PL" sz="2000" dirty="0" err="1"/>
              <a:t>böylece</a:t>
            </a:r>
            <a:r>
              <a:rPr lang="pl-PL" sz="2000" dirty="0"/>
              <a:t>, </a:t>
            </a:r>
            <a:r>
              <a:rPr lang="pl-PL" sz="2000" dirty="0" err="1"/>
              <a:t>sırtı</a:t>
            </a:r>
            <a:r>
              <a:rPr lang="pl-PL" sz="2000" dirty="0"/>
              <a:t> </a:t>
            </a:r>
            <a:r>
              <a:rPr lang="pl-PL" sz="2000" dirty="0" err="1"/>
              <a:t>düzgünken</a:t>
            </a:r>
            <a:r>
              <a:rPr lang="pl-PL" sz="2000" dirty="0"/>
              <a:t> </a:t>
            </a:r>
            <a:r>
              <a:rPr lang="pl-PL" sz="2000" dirty="0" err="1"/>
              <a:t>bükülmüş</a:t>
            </a:r>
            <a:r>
              <a:rPr lang="pl-PL" sz="2000" dirty="0"/>
              <a:t>, </a:t>
            </a:r>
            <a:r>
              <a:rPr lang="pl-PL" sz="2000" dirty="0" err="1"/>
              <a:t>saçı</a:t>
            </a:r>
            <a:r>
              <a:rPr lang="pl-PL" sz="2000" dirty="0"/>
              <a:t> </a:t>
            </a:r>
            <a:r>
              <a:rPr lang="pl-PL" sz="2000" dirty="0" err="1"/>
              <a:t>siyahken</a:t>
            </a:r>
            <a:r>
              <a:rPr lang="pl-PL" sz="2000" dirty="0"/>
              <a:t> </a:t>
            </a:r>
            <a:r>
              <a:rPr lang="pl-PL" sz="2000" dirty="0" err="1"/>
              <a:t>ağarmış</a:t>
            </a:r>
            <a:r>
              <a:rPr lang="pl-PL" sz="2000" dirty="0"/>
              <a:t>, </a:t>
            </a:r>
            <a:r>
              <a:rPr lang="pl-PL" sz="2000" dirty="0" err="1"/>
              <a:t>cildi</a:t>
            </a:r>
            <a:r>
              <a:rPr lang="pl-PL" sz="2000" dirty="0"/>
              <a:t> </a:t>
            </a:r>
            <a:r>
              <a:rPr lang="pl-PL" sz="2000" dirty="0" err="1"/>
              <a:t>nazikken</a:t>
            </a:r>
            <a:r>
              <a:rPr lang="pl-PL" sz="2000" dirty="0"/>
              <a:t> </a:t>
            </a:r>
            <a:r>
              <a:rPr lang="pl-PL" sz="2000" dirty="0" err="1"/>
              <a:t>kuruyup</a:t>
            </a:r>
            <a:r>
              <a:rPr lang="pl-PL" sz="2000" dirty="0"/>
              <a:t> </a:t>
            </a:r>
            <a:r>
              <a:rPr lang="pl-PL" sz="2000" dirty="0" err="1"/>
              <a:t>buruşmuş</a:t>
            </a:r>
            <a:r>
              <a:rPr lang="pl-PL" sz="2000" dirty="0"/>
              <a:t>, </a:t>
            </a:r>
            <a:r>
              <a:rPr lang="pl-PL" sz="2000" dirty="0" err="1"/>
              <a:t>kulağı</a:t>
            </a:r>
            <a:r>
              <a:rPr lang="pl-PL" sz="2000" dirty="0"/>
              <a:t> </a:t>
            </a:r>
            <a:r>
              <a:rPr lang="pl-PL" sz="2000" dirty="0" err="1"/>
              <a:t>ve</a:t>
            </a:r>
            <a:r>
              <a:rPr lang="pl-PL" sz="2000" dirty="0"/>
              <a:t> </a:t>
            </a:r>
            <a:r>
              <a:rPr lang="pl-PL" sz="2000" dirty="0" err="1"/>
              <a:t>gözü</a:t>
            </a:r>
            <a:r>
              <a:rPr lang="pl-PL" sz="2000" dirty="0"/>
              <a:t> </a:t>
            </a:r>
            <a:r>
              <a:rPr lang="pl-PL" sz="2000" dirty="0" err="1"/>
              <a:t>keskinken</a:t>
            </a:r>
            <a:r>
              <a:rPr lang="pl-PL" sz="2000" dirty="0"/>
              <a:t> </a:t>
            </a:r>
            <a:r>
              <a:rPr lang="pl-PL" sz="2000" dirty="0" err="1"/>
              <a:t>ağırlaşmıştır</a:t>
            </a:r>
            <a:r>
              <a:rPr lang="pl-PL" sz="2000" dirty="0"/>
              <a:t>; </a:t>
            </a:r>
            <a:r>
              <a:rPr lang="pl-PL" sz="2000" dirty="0" err="1"/>
              <a:t>hâsılı</a:t>
            </a:r>
            <a:r>
              <a:rPr lang="pl-PL" sz="2000" dirty="0"/>
              <a:t>, </a:t>
            </a:r>
            <a:r>
              <a:rPr lang="pl-PL" sz="2000" dirty="0" err="1"/>
              <a:t>her</a:t>
            </a:r>
            <a:r>
              <a:rPr lang="pl-PL" sz="2000" dirty="0"/>
              <a:t> </a:t>
            </a:r>
            <a:r>
              <a:rPr lang="pl-PL" sz="2000" dirty="0" err="1"/>
              <a:t>bir</a:t>
            </a:r>
            <a:r>
              <a:rPr lang="pl-PL" sz="2000" dirty="0"/>
              <a:t> </a:t>
            </a:r>
            <a:r>
              <a:rPr lang="pl-PL" sz="2000" dirty="0" err="1"/>
              <a:t>şeyi</a:t>
            </a:r>
            <a:r>
              <a:rPr lang="pl-PL" sz="2000" dirty="0"/>
              <a:t> </a:t>
            </a:r>
            <a:r>
              <a:rPr lang="pl-PL" sz="2000" dirty="0" err="1"/>
              <a:t>değişmiştir</a:t>
            </a:r>
            <a:r>
              <a:rPr lang="pl-PL" sz="2000" dirty="0"/>
              <a:t>; </a:t>
            </a:r>
            <a:r>
              <a:rPr lang="pl-PL" sz="2000" dirty="0" err="1"/>
              <a:t>artık</a:t>
            </a:r>
            <a:r>
              <a:rPr lang="pl-PL" sz="2000" dirty="0"/>
              <a:t> </a:t>
            </a:r>
            <a:r>
              <a:rPr lang="pl-PL" sz="2000" dirty="0" err="1"/>
              <a:t>yürümesi</a:t>
            </a:r>
            <a:r>
              <a:rPr lang="pl-PL" sz="2000" dirty="0"/>
              <a:t> </a:t>
            </a:r>
            <a:r>
              <a:rPr lang="pl-PL" sz="2000" dirty="0" err="1"/>
              <a:t>yavaş</a:t>
            </a:r>
            <a:r>
              <a:rPr lang="pl-PL" sz="2000" dirty="0"/>
              <a:t>, </a:t>
            </a:r>
            <a:r>
              <a:rPr lang="pl-PL" sz="2000" dirty="0" err="1"/>
              <a:t>sesi</a:t>
            </a:r>
            <a:r>
              <a:rPr lang="pl-PL" sz="2000" dirty="0"/>
              <a:t> </a:t>
            </a:r>
            <a:r>
              <a:rPr lang="pl-PL" sz="2000" dirty="0" err="1"/>
              <a:t>kısık</a:t>
            </a:r>
            <a:r>
              <a:rPr lang="pl-PL" sz="2000" dirty="0"/>
              <a:t>, </a:t>
            </a:r>
            <a:r>
              <a:rPr lang="pl-PL" sz="2000" dirty="0" err="1"/>
              <a:t>gücü</a:t>
            </a:r>
            <a:r>
              <a:rPr lang="pl-PL" sz="2000" dirty="0"/>
              <a:t> </a:t>
            </a:r>
            <a:r>
              <a:rPr lang="pl-PL" sz="2000" dirty="0" err="1"/>
              <a:t>zayıf</a:t>
            </a:r>
            <a:r>
              <a:rPr lang="pl-PL" sz="2000" dirty="0"/>
              <a:t>, </a:t>
            </a:r>
            <a:r>
              <a:rPr lang="pl-PL" sz="2000" dirty="0" err="1"/>
              <a:t>aklî</a:t>
            </a:r>
            <a:r>
              <a:rPr lang="pl-PL" sz="2000" dirty="0"/>
              <a:t> </a:t>
            </a:r>
            <a:r>
              <a:rPr lang="pl-PL" sz="2000" dirty="0" err="1"/>
              <a:t>melekesi</a:t>
            </a:r>
            <a:r>
              <a:rPr lang="pl-PL" sz="2000" dirty="0"/>
              <a:t> de </a:t>
            </a:r>
            <a:r>
              <a:rPr lang="pl-PL" sz="2000" dirty="0" err="1"/>
              <a:t>dumura</a:t>
            </a:r>
            <a:r>
              <a:rPr lang="pl-PL" sz="2000" dirty="0"/>
              <a:t> </a:t>
            </a:r>
            <a:r>
              <a:rPr lang="pl-PL" sz="2000" dirty="0" err="1"/>
              <a:t>uğramış</a:t>
            </a:r>
            <a:r>
              <a:rPr lang="pl-PL" sz="2000" dirty="0"/>
              <a:t> </a:t>
            </a:r>
            <a:r>
              <a:rPr lang="pl-PL" sz="2000" dirty="0" err="1"/>
              <a:t>vaziyettedir</a:t>
            </a:r>
            <a:r>
              <a:rPr lang="pl-PL" sz="2000" dirty="0"/>
              <a:t>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12498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C693E-B23F-325D-783A-0C383C644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FFFFFF"/>
                </a:solidFill>
              </a:rPr>
              <a:t>Casiye 13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D783-C412-D8E9-06B9-CD68E86C8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127" y="922084"/>
            <a:ext cx="6593684" cy="5689029"/>
          </a:xfrm>
        </p:spPr>
        <p:txBody>
          <a:bodyPr>
            <a:normAutofit/>
          </a:bodyPr>
          <a:lstStyle/>
          <a:p>
            <a:r>
              <a:rPr lang="pl-PL" sz="2000" dirty="0"/>
              <a:t>Allah </a:t>
            </a:r>
            <a:r>
              <a:rPr lang="pl-PL" sz="2000" dirty="0" err="1"/>
              <a:t>Teâlâ</a:t>
            </a:r>
            <a:r>
              <a:rPr lang="pl-PL" sz="2000" dirty="0"/>
              <a:t> </a:t>
            </a:r>
            <a:r>
              <a:rPr lang="pl-PL" sz="2000" dirty="0" err="1"/>
              <a:t>bütün</a:t>
            </a:r>
            <a:r>
              <a:rPr lang="pl-PL" sz="2000" dirty="0"/>
              <a:t> </a:t>
            </a:r>
            <a:r>
              <a:rPr lang="pl-PL" sz="2000" dirty="0" err="1"/>
              <a:t>bu</a:t>
            </a:r>
            <a:r>
              <a:rPr lang="pl-PL" sz="2000" dirty="0"/>
              <a:t> </a:t>
            </a:r>
            <a:r>
              <a:rPr lang="pl-PL" sz="2000" dirty="0" err="1"/>
              <a:t>şeyleri</a:t>
            </a:r>
            <a:r>
              <a:rPr lang="pl-PL" sz="2000" dirty="0"/>
              <a:t> </a:t>
            </a:r>
            <a:r>
              <a:rPr lang="pl-PL" sz="2000" dirty="0" err="1"/>
              <a:t>kendisinden</a:t>
            </a:r>
            <a:r>
              <a:rPr lang="pl-PL" sz="2000" dirty="0"/>
              <a:t> [</a:t>
            </a:r>
            <a:r>
              <a:rPr lang="pl-PL" sz="2000" dirty="0" err="1"/>
              <a:t>neşet</a:t>
            </a:r>
            <a:r>
              <a:rPr lang="pl-PL" sz="2000" dirty="0"/>
              <a:t> eden] </a:t>
            </a:r>
            <a:r>
              <a:rPr lang="pl-PL" sz="2000" dirty="0" err="1"/>
              <a:t>ve</a:t>
            </a:r>
            <a:r>
              <a:rPr lang="pl-PL" sz="2000" dirty="0"/>
              <a:t> </a:t>
            </a:r>
            <a:r>
              <a:rPr lang="pl-PL" sz="2000" dirty="0" err="1"/>
              <a:t>kendi</a:t>
            </a:r>
            <a:r>
              <a:rPr lang="pl-PL" sz="2000" dirty="0"/>
              <a:t> </a:t>
            </a:r>
            <a:r>
              <a:rPr lang="pl-PL" sz="2000" dirty="0" err="1"/>
              <a:t>katından</a:t>
            </a:r>
            <a:r>
              <a:rPr lang="pl-PL" sz="2000" dirty="0"/>
              <a:t> </a:t>
            </a:r>
            <a:r>
              <a:rPr lang="pl-PL" sz="2000" dirty="0" err="1"/>
              <a:t>hâsıl</a:t>
            </a:r>
            <a:r>
              <a:rPr lang="pl-PL" sz="2000" dirty="0"/>
              <a:t> </a:t>
            </a:r>
            <a:r>
              <a:rPr lang="pl-PL" sz="2000" dirty="0" err="1"/>
              <a:t>olan</a:t>
            </a:r>
            <a:r>
              <a:rPr lang="pl-PL" sz="2000" dirty="0"/>
              <a:t> </a:t>
            </a:r>
            <a:r>
              <a:rPr lang="pl-PL" sz="2000" dirty="0" err="1"/>
              <a:t>şeyler</a:t>
            </a:r>
            <a:r>
              <a:rPr lang="pl-PL" sz="2000" dirty="0"/>
              <a:t> </a:t>
            </a:r>
            <a:r>
              <a:rPr lang="pl-PL" sz="2000" dirty="0" err="1"/>
              <a:t>olarak</a:t>
            </a:r>
            <a:r>
              <a:rPr lang="pl-PL" sz="2000" dirty="0"/>
              <a:t> </a:t>
            </a:r>
            <a:r>
              <a:rPr lang="pl-PL" sz="2000" dirty="0" err="1"/>
              <a:t>hizmet</a:t>
            </a:r>
            <a:r>
              <a:rPr lang="pl-PL" sz="2000" dirty="0"/>
              <a:t> </a:t>
            </a:r>
            <a:r>
              <a:rPr lang="pl-PL" sz="2000" dirty="0" err="1"/>
              <a:t>ettirmektedir</a:t>
            </a:r>
            <a:r>
              <a:rPr lang="pl-PL" sz="2000" dirty="0"/>
              <a:t>; </a:t>
            </a:r>
            <a:r>
              <a:rPr lang="pl-PL" sz="2000" dirty="0" err="1"/>
              <a:t>yani</a:t>
            </a:r>
            <a:r>
              <a:rPr lang="pl-PL" sz="2000" dirty="0"/>
              <a:t> </a:t>
            </a:r>
            <a:r>
              <a:rPr lang="pl-PL" sz="2000" dirty="0" err="1"/>
              <a:t>kudret</a:t>
            </a:r>
            <a:r>
              <a:rPr lang="pl-PL" sz="2000" dirty="0"/>
              <a:t> </a:t>
            </a:r>
            <a:r>
              <a:rPr lang="pl-PL" sz="2000" dirty="0" err="1"/>
              <a:t>ve</a:t>
            </a:r>
            <a:r>
              <a:rPr lang="pl-PL" sz="2000" dirty="0"/>
              <a:t> </a:t>
            </a:r>
            <a:r>
              <a:rPr lang="pl-PL" sz="2000" dirty="0" err="1"/>
              <a:t>hikmetiyle</a:t>
            </a:r>
            <a:r>
              <a:rPr lang="pl-PL" sz="2000" dirty="0"/>
              <a:t> </a:t>
            </a:r>
            <a:r>
              <a:rPr lang="pl-PL" sz="2000" dirty="0" err="1"/>
              <a:t>bu</a:t>
            </a:r>
            <a:r>
              <a:rPr lang="pl-PL" sz="2000" dirty="0"/>
              <a:t> </a:t>
            </a:r>
            <a:r>
              <a:rPr lang="pl-PL" sz="2000" dirty="0" err="1"/>
              <a:t>şeyleri</a:t>
            </a:r>
            <a:r>
              <a:rPr lang="pl-PL" sz="2000" dirty="0"/>
              <a:t> </a:t>
            </a:r>
            <a:r>
              <a:rPr lang="pl-PL" sz="2000" dirty="0" err="1"/>
              <a:t>yaratıp</a:t>
            </a:r>
            <a:r>
              <a:rPr lang="pl-PL" sz="2000" dirty="0"/>
              <a:t> </a:t>
            </a:r>
            <a:r>
              <a:rPr lang="pl-PL" sz="2000" dirty="0" err="1"/>
              <a:t>ortaya</a:t>
            </a:r>
            <a:r>
              <a:rPr lang="pl-PL" sz="2000" dirty="0"/>
              <a:t> </a:t>
            </a:r>
            <a:r>
              <a:rPr lang="pl-PL" sz="2000" dirty="0" err="1"/>
              <a:t>çıkartan</a:t>
            </a:r>
            <a:r>
              <a:rPr lang="pl-PL" sz="2000" dirty="0"/>
              <a:t>, </a:t>
            </a:r>
            <a:r>
              <a:rPr lang="pl-PL" sz="2000" dirty="0" err="1"/>
              <a:t>son</a:t>
            </a:r>
            <a:r>
              <a:rPr lang="pl-PL" sz="2000" dirty="0"/>
              <a:t> </a:t>
            </a:r>
            <a:r>
              <a:rPr lang="pl-PL" sz="2000" dirty="0" err="1"/>
              <a:t>ra</a:t>
            </a:r>
            <a:r>
              <a:rPr lang="pl-PL" sz="2000" dirty="0"/>
              <a:t> da </a:t>
            </a:r>
            <a:r>
              <a:rPr lang="pl-PL" sz="2000" dirty="0" err="1"/>
              <a:t>yaratıklarının</a:t>
            </a:r>
            <a:r>
              <a:rPr lang="pl-PL" sz="2000" dirty="0"/>
              <a:t> </a:t>
            </a:r>
            <a:r>
              <a:rPr lang="pl-PL" sz="2000" dirty="0" err="1"/>
              <a:t>hizmetine</a:t>
            </a:r>
            <a:r>
              <a:rPr lang="pl-PL" sz="2000" dirty="0"/>
              <a:t> </a:t>
            </a:r>
            <a:r>
              <a:rPr lang="pl-PL" sz="2000" dirty="0" err="1"/>
              <a:t>sunan</a:t>
            </a:r>
            <a:r>
              <a:rPr lang="pl-PL" sz="2000" dirty="0"/>
              <a:t> </a:t>
            </a:r>
            <a:r>
              <a:rPr lang="pl-PL" sz="2000" dirty="0" err="1"/>
              <a:t>O’dur</a:t>
            </a:r>
            <a:r>
              <a:rPr lang="pl-PL" sz="2000" dirty="0"/>
              <a:t>. </a:t>
            </a:r>
            <a:r>
              <a:rPr lang="pl-PL" sz="2000" dirty="0" err="1"/>
              <a:t>İfadenin</a:t>
            </a:r>
            <a:r>
              <a:rPr lang="pl-PL" sz="2000" dirty="0"/>
              <a:t>, </a:t>
            </a:r>
            <a:r>
              <a:rPr lang="pl-PL" sz="2000" dirty="0" err="1"/>
              <a:t>mahzuf</a:t>
            </a:r>
            <a:r>
              <a:rPr lang="pl-PL" sz="2000" dirty="0"/>
              <a:t> </a:t>
            </a:r>
            <a:r>
              <a:rPr lang="pl-PL" sz="2000" dirty="0" err="1"/>
              <a:t>bir</a:t>
            </a:r>
            <a:r>
              <a:rPr lang="pl-PL" sz="2000" dirty="0"/>
              <a:t> </a:t>
            </a:r>
            <a:r>
              <a:rPr lang="pl-PL" sz="2000" dirty="0" err="1"/>
              <a:t>mübtedânın</a:t>
            </a:r>
            <a:r>
              <a:rPr lang="pl-PL" sz="2000" dirty="0"/>
              <a:t> </a:t>
            </a:r>
            <a:r>
              <a:rPr lang="pl-PL" sz="2000" dirty="0" err="1"/>
              <a:t>haberi</a:t>
            </a:r>
            <a:r>
              <a:rPr lang="pl-PL" sz="2000" dirty="0"/>
              <a:t> </a:t>
            </a:r>
            <a:r>
              <a:rPr lang="pl-PL" sz="2000" dirty="0" err="1"/>
              <a:t>olması</a:t>
            </a:r>
            <a:r>
              <a:rPr lang="pl-PL" sz="2000" dirty="0"/>
              <a:t> da </a:t>
            </a:r>
            <a:r>
              <a:rPr lang="pl-PL" sz="2000" dirty="0" err="1"/>
              <a:t>mümkündür</a:t>
            </a:r>
            <a:r>
              <a:rPr lang="pl-PL" sz="2000" dirty="0"/>
              <a:t> ki o </a:t>
            </a:r>
            <a:r>
              <a:rPr lang="pl-PL" sz="2000" dirty="0" err="1"/>
              <a:t>zaman</a:t>
            </a:r>
            <a:r>
              <a:rPr lang="pl-PL" sz="2000" dirty="0"/>
              <a:t>, </a:t>
            </a:r>
            <a:r>
              <a:rPr lang="tr-TR" sz="2000" dirty="0"/>
              <a:t>hiye cemian minh </a:t>
            </a:r>
            <a:r>
              <a:rPr lang="pl-PL" sz="2000" dirty="0" err="1"/>
              <a:t>şeklinde</a:t>
            </a:r>
            <a:r>
              <a:rPr lang="pl-PL" sz="2000" dirty="0"/>
              <a:t> </a:t>
            </a:r>
            <a:r>
              <a:rPr lang="pl-PL" sz="2000" dirty="0" err="1"/>
              <a:t>takdir</a:t>
            </a:r>
            <a:r>
              <a:rPr lang="pl-PL" sz="2000" dirty="0"/>
              <a:t> </a:t>
            </a:r>
            <a:r>
              <a:rPr lang="pl-PL" sz="2000" dirty="0" err="1"/>
              <a:t>edilir</a:t>
            </a:r>
            <a:r>
              <a:rPr lang="pl-PL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49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5A2A0-B75F-3460-11DB-887EB84D2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FFFFFF"/>
                </a:solidFill>
              </a:rPr>
              <a:t>Hacc 65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B849-BA2D-34C2-90BD-DB05BA14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l-PL" dirty="0"/>
              <a:t>65. </a:t>
            </a:r>
            <a:r>
              <a:rPr lang="pl-PL" dirty="0" err="1"/>
              <a:t>Görmedin</a:t>
            </a:r>
            <a:r>
              <a:rPr lang="pl-PL" dirty="0"/>
              <a:t> mi ki Allah; </a:t>
            </a:r>
            <a:r>
              <a:rPr lang="pl-PL" dirty="0" err="1"/>
              <a:t>yeryüzündekileri</a:t>
            </a:r>
            <a:r>
              <a:rPr lang="pl-PL" dirty="0"/>
              <a:t> </a:t>
            </a:r>
            <a:r>
              <a:rPr lang="pl-PL" dirty="0" err="1"/>
              <a:t>ve</a:t>
            </a:r>
            <a:r>
              <a:rPr lang="pl-PL" dirty="0"/>
              <a:t> </a:t>
            </a:r>
            <a:r>
              <a:rPr lang="pl-PL" dirty="0" err="1"/>
              <a:t>denizde</a:t>
            </a:r>
            <a:r>
              <a:rPr lang="pl-PL" dirty="0"/>
              <a:t> </a:t>
            </a:r>
            <a:r>
              <a:rPr lang="pl-PL" dirty="0" err="1"/>
              <a:t>O’nun</a:t>
            </a:r>
            <a:r>
              <a:rPr lang="pl-PL" dirty="0"/>
              <a:t> em </a:t>
            </a:r>
            <a:r>
              <a:rPr lang="pl-PL" dirty="0" err="1"/>
              <a:t>riyle</a:t>
            </a:r>
            <a:r>
              <a:rPr lang="pl-PL" dirty="0"/>
              <a:t> </a:t>
            </a:r>
            <a:r>
              <a:rPr lang="pl-PL" dirty="0" err="1"/>
              <a:t>aheste</a:t>
            </a:r>
            <a:r>
              <a:rPr lang="pl-PL" dirty="0"/>
              <a:t> </a:t>
            </a:r>
            <a:r>
              <a:rPr lang="pl-PL" dirty="0" err="1"/>
              <a:t>aheste</a:t>
            </a:r>
            <a:r>
              <a:rPr lang="pl-PL" dirty="0"/>
              <a:t> </a:t>
            </a:r>
            <a:r>
              <a:rPr lang="pl-PL" dirty="0" err="1"/>
              <a:t>giden</a:t>
            </a:r>
            <a:r>
              <a:rPr lang="pl-PL" dirty="0"/>
              <a:t> </a:t>
            </a:r>
            <a:r>
              <a:rPr lang="pl-PL" dirty="0" err="1"/>
              <a:t>gemileri</a:t>
            </a:r>
            <a:r>
              <a:rPr lang="pl-PL" dirty="0"/>
              <a:t> </a:t>
            </a:r>
            <a:r>
              <a:rPr lang="pl-PL" dirty="0" err="1"/>
              <a:t>hizmetinize</a:t>
            </a:r>
            <a:r>
              <a:rPr lang="pl-PL" dirty="0"/>
              <a:t> </a:t>
            </a:r>
            <a:r>
              <a:rPr lang="pl-PL" dirty="0" err="1"/>
              <a:t>vermiş</a:t>
            </a:r>
            <a:r>
              <a:rPr lang="pl-PL" dirty="0"/>
              <a:t>? </a:t>
            </a:r>
            <a:r>
              <a:rPr lang="pl-PL" dirty="0" err="1"/>
              <a:t>Göğü</a:t>
            </a:r>
            <a:r>
              <a:rPr lang="pl-PL" dirty="0"/>
              <a:t> (</a:t>
            </a:r>
            <a:r>
              <a:rPr lang="pl-PL" dirty="0" err="1"/>
              <a:t>yani</a:t>
            </a:r>
            <a:r>
              <a:rPr lang="pl-PL" dirty="0"/>
              <a:t> </a:t>
            </a:r>
            <a:r>
              <a:rPr lang="pl-PL" dirty="0" err="1"/>
              <a:t>gök</a:t>
            </a:r>
            <a:r>
              <a:rPr lang="pl-PL" dirty="0"/>
              <a:t> teki </a:t>
            </a:r>
            <a:r>
              <a:rPr lang="pl-PL" dirty="0" err="1"/>
              <a:t>cisimleri</a:t>
            </a:r>
            <a:r>
              <a:rPr lang="pl-PL" dirty="0"/>
              <a:t>) de </a:t>
            </a:r>
            <a:r>
              <a:rPr lang="pl-PL" dirty="0" err="1"/>
              <a:t>tutmaktadır</a:t>
            </a:r>
            <a:r>
              <a:rPr lang="pl-PL" dirty="0"/>
              <a:t> ki </a:t>
            </a:r>
            <a:r>
              <a:rPr lang="pl-PL" dirty="0" err="1"/>
              <a:t>yerin</a:t>
            </a:r>
            <a:r>
              <a:rPr lang="pl-PL" dirty="0"/>
              <a:t> </a:t>
            </a:r>
            <a:r>
              <a:rPr lang="pl-PL" dirty="0" err="1"/>
              <a:t>üzerine</a:t>
            </a:r>
            <a:r>
              <a:rPr lang="pl-PL" dirty="0"/>
              <a:t> </a:t>
            </a:r>
            <a:r>
              <a:rPr lang="pl-PL" dirty="0" err="1"/>
              <a:t>düşmesin</a:t>
            </a:r>
            <a:r>
              <a:rPr lang="pl-PL" dirty="0"/>
              <a:t>. </a:t>
            </a:r>
            <a:r>
              <a:rPr lang="pl-PL" dirty="0" err="1"/>
              <a:t>Kendi</a:t>
            </a:r>
            <a:r>
              <a:rPr lang="pl-PL" dirty="0"/>
              <a:t> </a:t>
            </a:r>
            <a:r>
              <a:rPr lang="pl-PL" dirty="0" err="1"/>
              <a:t>izni</a:t>
            </a:r>
            <a:r>
              <a:rPr lang="pl-PL" dirty="0"/>
              <a:t> </a:t>
            </a:r>
            <a:r>
              <a:rPr lang="pl-PL" dirty="0" err="1"/>
              <a:t>olursa</a:t>
            </a:r>
            <a:r>
              <a:rPr lang="pl-PL" dirty="0"/>
              <a:t> </a:t>
            </a:r>
            <a:r>
              <a:rPr lang="pl-PL" dirty="0" err="1"/>
              <a:t>başka</a:t>
            </a:r>
            <a:r>
              <a:rPr lang="pl-PL" dirty="0"/>
              <a:t>... Allah </a:t>
            </a:r>
            <a:r>
              <a:rPr lang="pl-PL" dirty="0" err="1"/>
              <a:t>insanlara</a:t>
            </a:r>
            <a:r>
              <a:rPr lang="pl-PL" dirty="0"/>
              <a:t> </a:t>
            </a:r>
            <a:r>
              <a:rPr lang="pl-PL" dirty="0" err="1"/>
              <a:t>karşı</a:t>
            </a:r>
            <a:r>
              <a:rPr lang="pl-PL" dirty="0"/>
              <a:t> </a:t>
            </a:r>
            <a:r>
              <a:rPr lang="pl-PL" dirty="0" err="1"/>
              <a:t>gerçekten</a:t>
            </a:r>
            <a:r>
              <a:rPr lang="pl-PL" dirty="0"/>
              <a:t> </a:t>
            </a:r>
            <a:r>
              <a:rPr lang="pl-PL" dirty="0" err="1"/>
              <a:t>şefkatlidir</a:t>
            </a:r>
            <a:r>
              <a:rPr lang="pl-PL" dirty="0"/>
              <a:t>, </a:t>
            </a:r>
            <a:r>
              <a:rPr lang="pl-PL" dirty="0" err="1"/>
              <a:t>merhametli</a:t>
            </a:r>
            <a:r>
              <a:rPr lang="pl-PL" dirty="0"/>
              <a:t> </a:t>
            </a:r>
            <a:r>
              <a:rPr lang="pl-PL" dirty="0" err="1"/>
              <a:t>dir</a:t>
            </a:r>
            <a:r>
              <a:rPr lang="pl-PL" dirty="0"/>
              <a:t> (</a:t>
            </a:r>
            <a:r>
              <a:rPr lang="pl-PL" dirty="0" err="1"/>
              <a:t>Raûf</a:t>
            </a:r>
            <a:r>
              <a:rPr lang="pl-PL" dirty="0"/>
              <a:t>, </a:t>
            </a:r>
            <a:r>
              <a:rPr lang="pl-PL" dirty="0" err="1"/>
              <a:t>Rahîm</a:t>
            </a:r>
            <a:r>
              <a:rPr lang="pl-PL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832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242</Words>
  <Application>Microsoft Office PowerPoint</Application>
  <PresentationFormat>Panoramiczny</PresentationFormat>
  <Paragraphs>12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Zemahşeri – El Keşşaf</vt:lpstr>
      <vt:lpstr>TİN SURESİ 4. AYET</vt:lpstr>
      <vt:lpstr>TİN SURESİ 5. AYET</vt:lpstr>
      <vt:lpstr>Casiye 13</vt:lpstr>
      <vt:lpstr>Hacc 65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Zemahşeri – El Keşşaf</dc:title>
  <dc:creator>ferit sen</dc:creator>
  <cp:lastModifiedBy>Melih</cp:lastModifiedBy>
  <cp:revision>3</cp:revision>
  <dcterms:created xsi:type="dcterms:W3CDTF">2025-10-24T04:01:26Z</dcterms:created>
  <dcterms:modified xsi:type="dcterms:W3CDTF">2025-10-31T15:05:04Z</dcterms:modified>
</cp:coreProperties>
</file>